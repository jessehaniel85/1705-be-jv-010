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Comunicação assíncrona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BE-JV-010 · Aula 4 · 29/06 · Producer/consumer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gerador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gravação é lenta e às vezes o banco está fora.</a:t>
            </a:r>
          </a:p>
          <a:p>
            <a:r>
              <a:t>O cliente não pode esperar nem perder o comprovante.</a:t>
            </a:r>
          </a:p>
          <a:p>
            <a:r>
              <a:t>Como aceitar agora e processar depois?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Conceitos-chave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Mensagem × evento</a:t>
            </a:r>
          </a:p>
          <a:p>
            <a:r>
              <a:t>at-most/at-least/exactly-once (e por que exactly-once é mito)</a:t>
            </a:r>
          </a:p>
          <a:p>
            <a:r>
              <a:t>Acoplamento temporal</a:t>
            </a:r>
          </a:p>
          <a:p>
            <a:r>
              <a:t>Idempotência do consumidor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Ponte com o legado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Quem usou IBM MQ / JMS / MQSeries já fez producer/consumer</a:t>
            </a:r>
          </a:p>
          <a:p>
            <a:r>
              <a:t>Muda o ferramental, não o conceito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Ângulo IA &amp; agentes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Desacoplar inferência cara do caminho síncrono</a:t>
            </a:r>
          </a:p>
          <a:p>
            <a:r>
              <a:t>Filas de tarefas de agentes (workers)</a:t>
            </a:r>
          </a:p>
          <a:p>
            <a:r>
              <a:t>Human-in-the-loop assíncrono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Desafio (studio)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Base: consumidor idempotente (reprocesso não duplica)</a:t>
            </a:r>
          </a:p>
          <a:p>
            <a:r>
              <a:t>Stretch: simular consumidor lento/caído; discutir backpressure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Assíncrono não é 'mais rápido' — é 'não falhar junto'.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