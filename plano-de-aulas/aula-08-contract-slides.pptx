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testing (PACT)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8 · 08/07 · Arquitetura testável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Times diferentes mantêm emissor e gravador.</a:t>
            </a:r>
          </a:p>
          <a:p>
            <a:r>
              <a:t>Uma mudança de contrato quebra o outro em produção.</a:t>
            </a:r>
          </a:p>
          <a:p>
            <a:r>
              <a:t>Como travar isso no CI?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Pirâmide de testes; por que E2E não escala</a:t>
            </a:r>
          </a:p>
          <a:p>
            <a:r>
              <a:t>Consumer-driven contracts</a:t>
            </a:r>
          </a:p>
          <a:p>
            <a:r>
              <a:t>PACT: consumidor gera, provedor verifica</a:t>
            </a:r>
          </a:p>
          <a:p>
            <a:r>
              <a:t>can-I-deploy; arquitetura amigável a testes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'contrato' que vivia num documento Word / layout de arquivo</a:t>
            </a:r>
          </a:p>
          <a:p>
            <a:r>
              <a:t>agora é executável e roda no pipeline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Testar saída não-determinística por schema/propriedade</a:t>
            </a:r>
          </a:p>
          <a:p>
            <a:r>
              <a:t>Evals como contrato de um componente de IA</a:t>
            </a:r>
          </a:p>
          <a:p>
            <a:r>
              <a:t>Structured outputs / JSON schema como contrato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contract test que falha ao mudar o contrato</a:t>
            </a:r>
          </a:p>
          <a:p>
            <a:r>
              <a:t>Stretch: verificação de schema/propriedade (estilo eval) no mvn verify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Contrato bom é o que falha no seu CI, não na produção do outro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