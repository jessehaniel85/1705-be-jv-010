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com Redis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3 · 26/06 · Cache compartilhado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consulta de comprovante é muito mais lida que escrita</a:t>
            </a:r>
          </a:p>
          <a:p>
            <a:r>
              <a:t>e está martelando o banco.</a:t>
            </a:r>
          </a:p>
          <a:p>
            <a:r>
              <a:t>Como aliviar sem servir dado inconsistente?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Cache local × distribuído (por que Redis e não um HashMap)</a:t>
            </a:r>
          </a:p>
          <a:p>
            <a:r>
              <a:t>cache-aside, write-through, write-behind</a:t>
            </a:r>
          </a:p>
          <a:p>
            <a:r>
              <a:t>TTL e invalidação</a:t>
            </a:r>
          </a:p>
          <a:p>
            <a:r>
              <a:t>Stampede / thundering herd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Cache em tabela de banco e sessão pegajosa no app server</a:t>
            </a:r>
          </a:p>
          <a:p>
            <a:r>
              <a:t>Redis tira o estado do nó e resolve replicação de sessão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Semantic caching: cachear resposta de LLM por similaridade de embedding</a:t>
            </a:r>
          </a:p>
          <a:p>
            <a:r>
              <a:t>Redis como vector store para RAG</a:t>
            </a:r>
          </a:p>
          <a:p>
            <a:r>
              <a:t>Cache deixa de ser otimização e vira requisito econômico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TTL + medir hit/miss</a:t>
            </a:r>
          </a:p>
          <a:p>
            <a:r>
              <a:t>Stretch: invalidação ao atualizar + mitigar stampede (lock/jitter)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não é guardar tudo — é decidir o que pode estar um pouco velho.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