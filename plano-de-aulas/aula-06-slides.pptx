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Filas com RabbitMQ + DLQ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BE-JV-010 · Aula 5 · 01/07 · Filas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gerador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gravação falha de forma intermitente (banco oscila)</a:t>
            </a:r>
          </a:p>
          <a:p>
            <a:r>
              <a:t>e às vezes permanente (mensagem malformada).</a:t>
            </a:r>
          </a:p>
          <a:p>
            <a:r>
              <a:t>Os dois casos não podem ser tratados igual.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Conceitos-chave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Exchange, binding, routing key, queue</a:t>
            </a:r>
          </a:p>
          <a:p>
            <a:r>
              <a:t>Tipos de exchange</a:t>
            </a:r>
          </a:p>
          <a:p>
            <a:r>
              <a:t>Retry × Dead Letter Queue</a:t>
            </a:r>
          </a:p>
          <a:p>
            <a:r>
              <a:t>Ack/nack e redelivery no crash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Ponte com o legado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DLQ é a 'fila de exceção / arquivo de rejeitados' do batch</a:t>
            </a:r>
          </a:p>
          <a:p>
            <a:r>
              <a:t>agora explícita e observável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Ângulo IA &amp; agentes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 queue para jobs de IA respeitando rate limit</a:t>
            </a:r>
          </a:p>
          <a:p>
            <a:r>
              <a:t>Backpressure quando o LLM é o gargalo</a:t>
            </a:r>
          </a:p>
          <a:p>
            <a:r>
              <a:t>DLQ para chamadas de IA que falham (sem perda silenciosa)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 (studio)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Base: configurar DLQ e provocar mensagem envenenada</a:t>
            </a:r>
          </a:p>
          <a:p>
            <a:r>
              <a:t>Stretch: retry com backoff + idempotência sob redelivery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Mensagem nunca some por acidente — ou foi processada, ou está numa DLQ por decisão.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