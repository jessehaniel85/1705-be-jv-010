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Resiliência: retry e circuit breaker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7 · 06/07 · Resiliência e retry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gerador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notificação depende de um gateway externo que oscila.</a:t>
            </a:r>
          </a:p>
          <a:p>
            <a:r>
              <a:t>Queremos reentregar sem inundar</a:t>
            </a:r>
          </a:p>
          <a:p>
            <a:r>
              <a:t>e parar de tentar quando claramente está fora.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Conceitos-chave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Backoff exponencial + jitter (evitar retry storm)</a:t>
            </a:r>
          </a:p>
          <a:p>
            <a:r>
              <a:t>Idempotência como pré-condição</a:t>
            </a:r>
          </a:p>
          <a:p>
            <a:r>
              <a:t>Circuit breaker: closed/open/half-open</a:t>
            </a:r>
          </a:p>
          <a:p>
            <a:r>
              <a:t>Timeout e bulkhead</a:t>
            </a:r>
          </a:p>
          <a:p>
            <a:r>
              <a:t>@RetryableTopic + DLT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 com o legado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'Reprocessamento do batch que deu erro' e limites de retentativa do scheduler</a:t>
            </a:r>
          </a:p>
          <a:p>
            <a:r>
              <a:t>agora reativos e por requisição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Ângulo IA &amp; agentes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APIs de LLM são instáveis por natureza (rate limit, timeout, 5xx)</a:t>
            </a:r>
          </a:p>
          <a:p>
            <a:r>
              <a:t>Fallback de modelo quando o circuito abre</a:t>
            </a:r>
          </a:p>
          <a:p>
            <a:r>
              <a:t>Idempotência com saída não-determinística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(studio)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@RetryableTopic com backoff até a DLT</a:t>
            </a:r>
          </a:p>
          <a:p>
            <a:r>
              <a:t>Stretch: retry + breaker + idempotência sob falha intermitente E permanente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Resiliência é decidir como falhar de propósito, antes que o sistema decida por você.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