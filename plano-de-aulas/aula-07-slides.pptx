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Tópicos / eventos com Kafka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6 · 03/07 · Tópicos / pub-sub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Depois de gravar, 3 áreas querem reagir: notificação, antifraude e BI.</a:t>
            </a:r>
          </a:p>
          <a:p>
            <a:r>
              <a:t>O gravador não pode conhecer todas.</a:t>
            </a:r>
          </a:p>
          <a:p>
            <a:r>
              <a:t>Como avisar 'aconteceu' sem acoplar?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Fila × tópico</a:t>
            </a:r>
          </a:p>
          <a:p>
            <a:r>
              <a:t>Log de eventos, offset, consumer group, partição</a:t>
            </a:r>
          </a:p>
          <a:p>
            <a:r>
              <a:t>Event sourcing e replay</a:t>
            </a:r>
          </a:p>
          <a:p>
            <a:r>
              <a:t>Ordenação por chave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'arquivo de movimento do dia' lido por vários jobs noturnos</a:t>
            </a:r>
          </a:p>
          <a:p>
            <a:r>
              <a:t>já era um log de eventos batch — Kafka é isso em streaming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Arquitetura event-driven para agentes</a:t>
            </a:r>
          </a:p>
          <a:p>
            <a:r>
              <a:t>Event sourcing como memória reproduzível do agente</a:t>
            </a:r>
          </a:p>
          <a:p>
            <a:r>
              <a:t>Streaming para ingestão/RAG contínuos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plugar um 3º consumer group que lê desde o início</a:t>
            </a:r>
          </a:p>
          <a:p>
            <a:r>
              <a:t>Stretch: particionamento/ordenação por chave e o que quebra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Fila entrega trabalho; tópico publica história.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