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Consistência distribuída e SAGA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2 · 24/06 · Padrão SAGA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emissão respondeu 202, mas a gravação falhou.</a:t>
            </a:r>
          </a:p>
          <a:p>
            <a:r>
              <a:t>O cliente tem um comprovante que não existe no banco.</a:t>
            </a:r>
          </a:p>
          <a:p>
            <a:r>
              <a:t>Como evitar — e como compensar?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 que o 2PC saiu de cena</a:t>
            </a:r>
          </a:p>
          <a:p>
            <a:r>
              <a:t>Consistência eventual e seu custo ao negócio</a:t>
            </a:r>
          </a:p>
          <a:p>
            <a:r>
              <a:t>SAGA: orquestração × coreografia</a:t>
            </a:r>
          </a:p>
          <a:p>
            <a:r>
              <a:t>Ações compensatórias</a:t>
            </a:r>
          </a:p>
          <a:p>
            <a:r>
              <a:t>Outbox pattern; idempotência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'orquestração' via stored procedure / job control do mainframe</a:t>
            </a:r>
          </a:p>
          <a:p>
            <a:r>
              <a:t>já é uma SAGA implícita — só que sem compensação explícita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Agentic workflow = SAGA com passos compensatórios</a:t>
            </a:r>
          </a:p>
          <a:p>
            <a:r>
              <a:t>Orquestrador central × agentes reagindo a eventos</a:t>
            </a:r>
          </a:p>
          <a:p>
            <a:r>
              <a:t>Reexecutar passo não-determinístico exige idempotência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compensação + idempotência por chave (sem duplicar)</a:t>
            </a:r>
          </a:p>
          <a:p>
            <a:r>
              <a:t>Stretch: versão coreografada por eventos; onde entra o outbox?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 distribuído você não escolhe ter falha parcial — só se vai tratá-la de propósito.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