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Bancas dos projetos + Devolutiva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9 · 10/07 · Defesa de arquitetura (Nível III)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funciona a banca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do que roda (declare o perfil A/B/C e os fallbacks)</a:t>
            </a:r>
          </a:p>
          <a:p>
            <a:r>
              <a:t>Defenda as DECISÕES, não só o que o sistema faz</a:t>
            </a:r>
          </a:p>
          <a:p>
            <a:r>
              <a:t>Arguição do docente + perguntas dos pares</a:t>
            </a:r>
          </a:p>
          <a:p>
            <a:r>
              <a:t>Reflexão: como o grupo usou IA e o que validou à mão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a banca avalia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Decomposição de domínio e bases segregadas</a:t>
            </a:r>
          </a:p>
          <a:p>
            <a:r>
              <a:t>Assíncrono, idempotência e consistência</a:t>
            </a:r>
          </a:p>
          <a:p>
            <a:r>
              <a:t>Cache, resiliência e contract testing</a:t>
            </a:r>
          </a:p>
          <a:p>
            <a:r>
              <a:t>Qualidade das decisões (ADRs)</a:t>
            </a:r>
          </a:p>
          <a:p>
            <a:pPr lvl="1"/>
            <a:r>
              <a:t>Não penaliza restrição de ambiente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Devolutiva e auto-avaliação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Auto-avaliação por competência do módulo</a:t>
            </a:r>
          </a:p>
          <a:p>
            <a:r>
              <a:t>Padrões fortes e fracos observados nas bancas</a:t>
            </a:r>
          </a:p>
          <a:p>
            <a:r>
              <a:t>Entrega final do repositório (com AVALIACAO.md)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Sistemas distribuídos: transformar falha inevitável em comportamento previsível.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e o papel do arquiteto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que a IA acelera — e o que ela não decide</a:t>
            </a:r>
          </a:p>
          <a:p>
            <a:r>
              <a:t>Por que domínio de arquitetura distribuída fica MAIS valioso na era dos agentes</a:t>
            </a:r>
          </a:p>
          <a:p>
            <a:r>
              <a:t>Avalie a satisfação no LMS — obrigado pela jornada!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